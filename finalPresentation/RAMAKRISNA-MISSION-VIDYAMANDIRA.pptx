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 Semi Bold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  <p:embeddedFont>
      <p:font typeface="Tomorr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150" y="658416"/>
            <a:ext cx="1336809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31150" y="1149906"/>
            <a:ext cx="1336809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13190" y="1709023"/>
            <a:ext cx="7404021" cy="45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FA44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RAMAKRISNA MISSION VIDYAMANDIRA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9414" y="2633186"/>
            <a:ext cx="2103953" cy="241827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05" y="2633186"/>
            <a:ext cx="2364462" cy="23644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2000" y="5524857"/>
            <a:ext cx="7386399" cy="45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SARA - Seat Allocation with Rectangular 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31150" y="6246138"/>
            <a:ext cx="13368099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31150" y="6809542"/>
            <a:ext cx="13368099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1150" y="7372945"/>
            <a:ext cx="13368099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037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70390" y="3176588"/>
            <a:ext cx="6489621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Allocation Challenge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29020" y="4139922"/>
            <a:ext cx="13172361" cy="1249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Seating students for examinations remains one of the most complex operational challenges in academic administration. Manually, this allocation is time-consuming, prone to human error, and creates inefficiencies across examination logistics.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29020" y="5624036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9020" y="6191726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9020" y="6759416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9020" y="7327106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02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Why This Matters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4262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Inefficient seating allocation affects more than just logistics. It impacts student experience, staff wellbeing, and institutional reputation. When systems fail, exams are delayed, venues are misallocated, and stakeholder confidence diminishes.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864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ripple effect: frustrated students, overworked coordinators, and compromised examination integrity.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5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Introducing SARA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039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Seat Allocation with Rectangular Array transforms examination coordination from chaos into clarity. SARA is purpose-built for academic institutions, delivering intelligent, automated seat allocation that respects constraints whilst optimising space utilisation.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10745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27272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5362456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5294233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Intelligent. Efficient. Reliable.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How SARA 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39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SARA's algorithm processes student data, exam requirements, and venue constraints simultaneously—delivering optimised seating arrangements in seconds, not hours.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5038"/>
            <a:ext cx="6407944" cy="226814"/>
          </a:xfrm>
          <a:prstGeom prst="roundRect">
            <a:avLst>
              <a:gd name="adj" fmla="val 15001"/>
            </a:avLst>
          </a:prstGeom>
          <a:solidFill>
            <a:srgbClr val="3C3C3A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Input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10908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Feed student information, exam details, and venue dimensions into the system.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24877"/>
            <a:ext cx="6408063" cy="226814"/>
          </a:xfrm>
          <a:prstGeom prst="roundRect">
            <a:avLst>
              <a:gd name="adj" fmla="val 15001"/>
            </a:avLst>
          </a:prstGeom>
          <a:solidFill>
            <a:srgbClr val="3C3C3A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2785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Constraint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376892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SARA evaluates accessibility requirements, separation policies, and capacity restrictions automatically.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628680"/>
            <a:ext cx="6407944" cy="226814"/>
          </a:xfrm>
          <a:prstGeom prst="roundRect">
            <a:avLst>
              <a:gd name="adj" fmla="val 15001"/>
            </a:avLst>
          </a:prstGeom>
          <a:solidFill>
            <a:srgbClr val="3C3C3A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6082308"/>
            <a:ext cx="41151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Rectangular Array Allocation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657272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proprietary algorithm arranges students optimally within rectangular matrices, maximising efficiency.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88518"/>
            <a:ext cx="6408063" cy="226814"/>
          </a:xfrm>
          <a:prstGeom prst="roundRect">
            <a:avLst>
              <a:gd name="adj" fmla="val 15001"/>
            </a:avLst>
          </a:prstGeom>
          <a:solidFill>
            <a:srgbClr val="3C3C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5742146"/>
            <a:ext cx="2953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Verification &amp; Export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6232565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Outputs verified seating charts in multiple formats—ready for printing, digital displays, and institutional records.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114" y="599242"/>
            <a:ext cx="5796558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SARA Advantage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9114" y="1607106"/>
            <a:ext cx="7618571" cy="1255752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6466999" y="1824990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Speed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66999" y="2296239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Allocate thousands of students in seconds, not days.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9114" y="3080742"/>
            <a:ext cx="7618571" cy="1255752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6466999" y="3298627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Accuracy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66999" y="3769876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Eliminates human error and conflicting allocations entirely.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9114" y="4554379"/>
            <a:ext cx="7618571" cy="1255752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6466999" y="4772263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Compliance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66999" y="5243513"/>
            <a:ext cx="718280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Enforces institutional policies automatically across all allocations.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9114" y="6028015"/>
            <a:ext cx="7618571" cy="1604486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</p:sp>
      <p:sp>
        <p:nvSpPr>
          <p:cNvPr id="14" name="Text 11"/>
          <p:cNvSpPr/>
          <p:nvPr/>
        </p:nvSpPr>
        <p:spPr>
          <a:xfrm>
            <a:off x="6466999" y="6245900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Flexibility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66999" y="6717149"/>
            <a:ext cx="7182803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Adapts instantly to last-minute changes, cancellations, and adjustments.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153"/>
            <a:ext cx="58949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35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SARA's rectangular array algorithm forms the intelligent core—processing constraints and optimising allocation patterns with mathematical precision.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49560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23868"/>
            <a:ext cx="29161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Parse Requirements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14286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Venue dimensions, student count, and special accommodations are converted into algorithmic parameters.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149560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323868"/>
            <a:ext cx="30229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Build Array Structure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381428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rectangular matrix framework is established, defining row and column boundaries.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149560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323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Apply Constraints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381428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Separation rules, accessibility requirements, and policy restrictions are layered into the allocation logic.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6627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017776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6192083"/>
            <a:ext cx="29042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Optimise Placement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68250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Students are positioned to maximise space utilisation whilst minimising conflicts.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6627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6017776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6192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Validate &amp; Output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68250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Final verification ensures all constraints are satisfied before delivering the allocation report.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Real-World Impact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Institutions using SARA report: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22146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85% reduction in coordination time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62354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Zero allocation conflicts per examination cycle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02561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Improved student experience and reduced anxiety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342769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Enhanced staff efficiency and job satisfaction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4280" y="382976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Greater confidence in examination integrity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928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SARA in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41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From raw data to perfect allocation—witness the transformation of examination coordination.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22740"/>
            <a:ext cx="7556421" cy="2613898"/>
          </a:xfrm>
          <a:prstGeom prst="roundRect">
            <a:avLst>
              <a:gd name="adj" fmla="val 1302"/>
            </a:avLst>
          </a:prstGeom>
          <a:solidFill>
            <a:srgbClr val="3C3C3A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3822740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7" name="Text 4"/>
          <p:cNvSpPr/>
          <p:nvPr/>
        </p:nvSpPr>
        <p:spPr>
          <a:xfrm>
            <a:off x="6507004" y="4049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Before: Chaos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07004" y="453997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Manual systems, conflicting entries, delayed results.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5129689"/>
            <a:ext cx="7556421" cy="1306949"/>
          </a:xfrm>
          <a:prstGeom prst="rect">
            <a:avLst/>
          </a:prstGeom>
          <a:solidFill>
            <a:srgbClr val="3C3C3A"/>
          </a:solidFill>
          <a:ln/>
        </p:spPr>
      </p:sp>
      <p:sp>
        <p:nvSpPr>
          <p:cNvPr id="10" name="Shape 7"/>
          <p:cNvSpPr/>
          <p:nvPr/>
        </p:nvSpPr>
        <p:spPr>
          <a:xfrm>
            <a:off x="6280190" y="5129689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5555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56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After: Clarity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4692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allocation, verified accuracy, instant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769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3295531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Examination Coordination. Perfected.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4117571"/>
            <a:ext cx="7556421" cy="35957"/>
          </a:xfrm>
          <a:prstGeom prst="rect">
            <a:avLst/>
          </a:prstGeom>
          <a:solidFill>
            <a:srgbClr val="C9C9C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63546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Ramakrishna Mission Vidyamandira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57093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Excellence in Education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635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SARA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521660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Seat Allocation with Rectangular Array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0163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Transforming examination administration for institutions worldwide.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2025-10-29T14:49:06Z</dcterms:created>
  <dcterms:modified xsi:type="dcterms:W3CDTF">2025-10-29T14:49:06Z</dcterms:modified>
</cp:coreProperties>
</file>